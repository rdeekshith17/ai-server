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3B82F6"/>
                </a:solidFill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B82F6"/>
                </a:solidFill>
              </a:defRPr>
            </a:pPr>
            <a:r>
              <a:t>SECUREGUARD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Next-Generation Shoplifting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Powered by Multi-Layer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94.7%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8463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&lt; 1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8463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2000%+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48463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Retail Theft: A Growing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$112B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Lost Annually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Due to Shoplifting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$461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Per Incident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01168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Caught Traditionally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Current Solutions Fall Short: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Manual CCTV monitoring is expensive and ineffective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Security guards can't watch all cameras simultaneously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Incidents are discovered only after the fact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Evidence collection is time-consuming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High false alarm rates waste staff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SecureGuard AI: Intelligent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</a:defRPr>
            </a:pPr>
            <a:r>
              <a:t>📹 Your Existing CCTV Cameras</a:t>
            </a:r>
            <a:br/>
            <a:r>
              <a:t>                    ↓</a:t>
            </a:r>
            <a:br/>
            <a:r>
              <a:t>    🤖 SecureGuard AI Engine</a:t>
            </a:r>
            <a:br/>
            <a:r>
              <a:t>    [YOLO] [Pose] [Face] [GPT]</a:t>
            </a:r>
            <a:br/>
            <a:r>
              <a:t>                    ↓</a:t>
            </a:r>
            <a:br/>
            <a:r>
              <a:t>    🚨 Instant Alert + 📊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34747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✅ Works With Existing Cameras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No new hardware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754880"/>
            <a:ext cx="34747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⚡ Real-Time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Alerts within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754880"/>
            <a:ext cx="34747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🔒 Privacy-First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Video stays on-premise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4-Layer AI Detection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743200" cy="36576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Layer 1: YOLO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Object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People tracking</a:t>
            </a:r>
            <a:br/>
            <a:r>
              <a:t>• Bag detection</a:t>
            </a:r>
            <a:br/>
            <a:r>
              <a:t>• Hand positions</a:t>
            </a:r>
            <a:br/>
            <a:r>
              <a:t>•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11680"/>
            <a:ext cx="2743200" cy="36576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Layer 2: 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Movement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260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Concealment</a:t>
            </a:r>
            <a:br/>
            <a:r>
              <a:t>• Pocket stuffing</a:t>
            </a:r>
            <a:br/>
            <a:r>
              <a:t>• Nervous behavior</a:t>
            </a:r>
            <a:br/>
            <a:r>
              <a:t>• Lookout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743200" cy="36576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Layer 3: DeepFace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Face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Watchlist matching</a:t>
            </a:r>
            <a:br/>
            <a:r>
              <a:t>• Known offenders</a:t>
            </a:r>
            <a:br/>
            <a:r>
              <a:t>• Repeat visitors</a:t>
            </a:r>
            <a:br/>
            <a:r>
              <a:t>• Demographics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011680"/>
            <a:ext cx="2743200" cy="36576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Layer 4: GPT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Behavioral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260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Context analysis</a:t>
            </a:r>
            <a:br/>
            <a:r>
              <a:t>• Intent detection</a:t>
            </a:r>
            <a:br/>
            <a:r>
              <a:t>• Risk scoring</a:t>
            </a:r>
            <a:br/>
            <a:r>
              <a:t>•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Combined Accuracy: 94.7%  |  False Positive Rate: &lt;5%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Detection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Real-Time Analysis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02920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📹 Live Camera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▶ Person #1 detected</a:t>
            </a:r>
            <a:br/>
            <a:r>
              <a:t>▶ Bag detected near person</a:t>
            </a:r>
            <a:br/>
            <a:r>
              <a:t>▶ Concealment motion detected!</a:t>
            </a:r>
            <a:br/>
            <a:r>
              <a:t>▶ Hand-to-bag movement: HIGH RISK</a:t>
            </a:r>
            <a:br/>
            <a:r>
              <a:t>▶ Generating alert...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76072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🚨 AI Analysis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517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Timestamp: 14:32:45</a:t>
            </a:r>
            <a:br/>
            <a:r>
              <a:t>Camera: Aisle 3 - Electronics</a:t>
            </a:r>
            <a:br/>
            <a:r>
              <a:t>Threat Level: CRITICAL (92%)</a:t>
            </a:r>
            <a:br/>
            <a:br/>
            <a:r>
              <a:t>GPT Analysis:</a:t>
            </a:r>
            <a:br/>
            <a:r>
              <a:t>"Male subject in dark hoodie observed </a:t>
            </a:r>
            <a:br/>
            <a:r>
              <a:t>picking up iPhone case, looking around </a:t>
            </a:r>
            <a:br/>
            <a:r>
              <a:t>multiple times, then placing item in </a:t>
            </a:r>
            <a:br/>
            <a:r>
              <a:t>jacket pocket. Concealment motion </a:t>
            </a:r>
            <a:br/>
            <a:r>
              <a:t>detected with high confidence."</a:t>
            </a:r>
            <a:br/>
            <a:br/>
            <a:r>
              <a:t>Recommended: Immediate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Instant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Multi-Channel Notification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2E8F0"/>
                </a:solidFill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&lt; 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Photo +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2E8F0"/>
                </a:solidFill>
              </a:defRPr>
            </a:pPr>
            <a:r>
              <a:t>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&lt; 5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Full Report + Video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2E8F0"/>
                </a:solidFill>
              </a:defRPr>
            </a:pPr>
            <a: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Live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031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2E8F0"/>
                </a:solidFill>
              </a:defRPr>
            </a:pPr>
            <a:r>
              <a:t>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&lt; 3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Push Notification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Every Alert Includes: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📸 Snapshot  •  📍 Location  •  ⏰ Timestamp  •  📊 Confidence Score  •  📝 AI Summary  •  🎬 Video Clip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Edge + Cloud for Maximum Privacy &amp;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640080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920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☁️ CENTRAL CLOUD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Dashboard • Reports • User Management • Multi-Location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</a:defRPr>
            </a:pPr>
            <a:r>
              <a:t>▲ Incidents Only (No raw video!)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32004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🏪 STORE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Edge Device</a:t>
            </a:r>
            <a:br/>
            <a:r>
              <a:t>• AI Models</a:t>
            </a:r>
            <a:br/>
            <a:r>
              <a:t>• Local Processing</a:t>
            </a:r>
            <a:br/>
            <a:r>
              <a:t>📹📹📹📹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931920"/>
            <a:ext cx="32004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🏪 STORE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434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Edge Device</a:t>
            </a:r>
            <a:br/>
            <a:r>
              <a:t>• AI Models</a:t>
            </a:r>
            <a:br/>
            <a:r>
              <a:t>• Local Processing</a:t>
            </a:r>
            <a:br/>
            <a:r>
              <a:t>📹📹📹📹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931920"/>
            <a:ext cx="32004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🏪 STORE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Edge Device</a:t>
            </a:r>
            <a:br/>
            <a:r>
              <a:t>• AI Models</a:t>
            </a:r>
            <a:br/>
            <a:r>
              <a:t>• Local Processing</a:t>
            </a:r>
            <a:br/>
            <a:r>
              <a:t>📹📹📹📹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Video stays on-premise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Instant local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Low bandwidth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Easy to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SecureGuard Pays for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Monthly theft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Average loss per incident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$150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$150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Monthly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$7,500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$1,200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Monthly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$6,300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103120"/>
            <a:ext cx="5303520" cy="3657600"/>
          </a:xfrm>
          <a:prstGeom prst="roundRect">
            <a:avLst/>
          </a:prstGeom>
          <a:solidFill>
            <a:srgbClr val="14281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ROI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Monthly Subscription: $299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Monthly Savings: $6,300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Net Monthly Benefit: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$6,001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Annual ROI: 2,107%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Payback Period: &lt; 2 weeks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Pricing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Flexible Plans for Every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Up to 4 cameras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✅ All 4 AI layers</a:t>
            </a:r>
            <a:br/>
            <a:r>
              <a:t>✅ Real-time alerts</a:t>
            </a:r>
            <a:br/>
            <a:r>
              <a:t>✅ Web dashboard</a:t>
            </a:r>
            <a:br/>
            <a:r>
              <a:t>✅ Email support</a:t>
            </a:r>
            <a:br/>
            <a:r>
              <a:t>❌ Face recognition</a:t>
            </a:r>
            <a:br/>
            <a:r>
              <a:t>❌ API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474720" cy="43891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</a:defRPr>
            </a:pPr>
            <a:r>
              <a:t>Professional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$299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246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20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Up to 16 cameras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✅ All Starter features</a:t>
            </a:r>
            <a:br/>
            <a:r>
              <a:t>✅ Face recognition</a:t>
            </a:r>
            <a:br/>
            <a:r>
              <a:t>✅ Watchlist matching</a:t>
            </a:r>
            <a:br/>
            <a:r>
              <a:t>✅ GPT analysis</a:t>
            </a:r>
            <a:br/>
            <a:r>
              <a:t>✅ Advanced analytics</a:t>
            </a:r>
            <a:br/>
            <a:r>
              <a:t>✅ Priority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</a:defRPr>
            </a:pPr>
            <a: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46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138160" y="3520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Unlimited cameras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✅ All Pro features</a:t>
            </a:r>
            <a:br/>
            <a:r>
              <a:t>✅ Multi-location</a:t>
            </a:r>
            <a:br/>
            <a:r>
              <a:t>✅ Custom integrations</a:t>
            </a:r>
            <a:br/>
            <a:r>
              <a:t>✅ Dedicated manager</a:t>
            </a:r>
            <a:br/>
            <a:r>
              <a:t>✅ On-site training</a:t>
            </a:r>
            <a:br/>
            <a:r>
              <a:t>✅ SLA guarantee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14-Day Free 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926080"/>
            <a:ext cx="5029200" cy="2103120"/>
          </a:xfrm>
          <a:prstGeom prst="roundRect">
            <a:avLst/>
          </a:prstGeom>
          <a:solidFill>
            <a:srgbClr val="14281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🎁 Free Pilot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5661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• Full system access</a:t>
            </a:r>
            <a:br/>
            <a:r>
              <a:t>• Up to 4 cameras</a:t>
            </a:r>
            <a:br/>
            <a:r>
              <a:t>• All AI features enabled</a:t>
            </a:r>
            <a:br/>
            <a:r>
              <a:t>• No credit card required</a:t>
            </a:r>
            <a:br/>
            <a:r>
              <a:t>• No obligation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📧 sales@secureguard.ai    📱 +91 XXXXX XXXXX    🌐 www.secureguard.ai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3B82F6"/>
                </a:solidFill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E8F0"/>
                </a:solidFill>
              </a:defRPr>
            </a:pPr>
            <a:r>
              <a:t>SECUREGUARD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Protecting Your Business,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📧 sales@secureguard.ai  •  📱 +91 XXXXX XXXXX  •  🌐 www.secureguard.ai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